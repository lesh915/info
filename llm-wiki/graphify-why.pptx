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GRAPHIFY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llm-wiki가 스스로 풀지 못하는 네 가지를 graphify가 푼다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위키를 버리자는 이야기가 아니다 — 위키를 '유지하는 일'만 도구로 옮기는 이야기다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llm-wiki 단독 운영의 한계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4652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graphify가 대신하는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2585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링크를 사람이 기억해서 건다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256946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200개를 넘기면 고아 문서와 중복 문서가 필연적으로 쌓인다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23560" y="2606040"/>
            <a:ext cx="658368" cy="0"/>
          </a:xfrm>
          <a:prstGeom prst="line">
            <a:avLst/>
          </a:prstGeom>
          <a:noFill/>
          <a:ln w="19050">
            <a:solidFill>
              <a:srgbClr val="E8562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46520" y="2148840"/>
            <a:ext cx="5056632" cy="914400"/>
          </a:xfrm>
          <a:prstGeom prst="roundRect">
            <a:avLst>
              <a:gd name="adj" fmla="val 6000"/>
            </a:avLst>
          </a:prstGeom>
          <a:solidFill>
            <a:srgbClr val="FCEDE7"/>
          </a:solidFill>
          <a:ln w="12700">
            <a:solidFill>
              <a:srgbClr val="FCE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25856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링크가 파서의 산출물이 된다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20840" y="2569464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tree-sitter AST가 calls·imports·inherits를 자동 추출 — 사람의 기억에 의존하지 않는다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182112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91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추측이 한 문장에 섞인다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0120" y="360273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"A는 B에 의존한다"가 소스에서 읽은 것인지 LLM 추측인지 구분할 수 없다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23560" y="3639312"/>
            <a:ext cx="658368" cy="0"/>
          </a:xfrm>
          <a:prstGeom prst="line">
            <a:avLst/>
          </a:prstGeom>
          <a:noFill/>
          <a:ln w="19050">
            <a:solidFill>
              <a:srgbClr val="E856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46520" y="3182112"/>
            <a:ext cx="5056632" cy="914400"/>
          </a:xfrm>
          <a:prstGeom prst="roundRect">
            <a:avLst>
              <a:gd name="adj" fmla="val 6000"/>
            </a:avLst>
          </a:prstGeom>
          <a:solidFill>
            <a:srgbClr val="FCEDE7"/>
          </a:solidFill>
          <a:ln w="12700">
            <a:solidFill>
              <a:srgbClr val="FCED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2918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엣지마다 근거 태그가 붙는다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20840" y="3602736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EXTRACTED(명시) / INFERRED(해석) / AMBIGUOUS(모호)로 구분되어 기록된다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215384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325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즉시 낡기 시작한다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0120" y="463600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매일 바뀌는데 위키 갱신은 사람의 성실성에 달려 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23560" y="4672584"/>
            <a:ext cx="658368" cy="0"/>
          </a:xfrm>
          <a:prstGeom prst="line">
            <a:avLst/>
          </a:prstGeom>
          <a:noFill/>
          <a:ln w="19050">
            <a:solidFill>
              <a:srgbClr val="E8562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46520" y="4215384"/>
            <a:ext cx="5056632" cy="914400"/>
          </a:xfrm>
          <a:prstGeom prst="roundRect">
            <a:avLst>
              <a:gd name="adj" fmla="val 6000"/>
            </a:avLst>
          </a:prstGeom>
          <a:solidFill>
            <a:srgbClr val="FCEDE7"/>
          </a:solidFill>
          <a:ln w="12700">
            <a:solidFill>
              <a:srgbClr val="FCED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3251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커밋이 갱신을 트리거한다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20840" y="463600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post-commit 훅 + 해시 기반 증분 재추출. 코드만이라면 API 비용 0으로 무한 반복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5248656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3583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읽을 수만 있고 묻지는 못한다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60120" y="56692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"A와 B는 어떻게 연결되나"를 물으면 결국 파일을 다시 grep 하게 된다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23560" y="5705856"/>
            <a:ext cx="658368" cy="0"/>
          </a:xfrm>
          <a:prstGeom prst="line">
            <a:avLst/>
          </a:prstGeom>
          <a:noFill/>
          <a:ln w="19050">
            <a:solidFill>
              <a:srgbClr val="E8562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46520" y="5248656"/>
            <a:ext cx="5056632" cy="914400"/>
          </a:xfrm>
          <a:prstGeom prst="roundRect">
            <a:avLst>
              <a:gd name="adj" fmla="val 6000"/>
            </a:avLst>
          </a:prstGeom>
          <a:solidFill>
            <a:srgbClr val="FCEDE7"/>
          </a:solidFill>
          <a:ln w="12700">
            <a:solidFill>
              <a:srgbClr val="FCED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535838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인터페이스가 생긴다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720840" y="566928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· path · explain 과 MCP 서버로 서브그래프만 잘라서 응답한다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STRENGTH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핵심은 '더 많이 아는 것'이 아니라 '아는 것과 추측한 것을 나누는 것'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위키의 신뢰 문제는 성능이 아니라 출처 부재에서 온다 — graphify는 그 지점을 스키마로 해결한다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806440" cy="1463040"/>
          </a:xfrm>
          <a:prstGeom prst="roundRect">
            <a:avLst>
              <a:gd name="adj" fmla="val 3125"/>
            </a:avLst>
          </a:prstGeom>
          <a:solidFill>
            <a:srgbClr val="1E2229"/>
          </a:solidFill>
          <a:ln w="12700">
            <a:solidFill>
              <a:srgbClr val="1E22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75688"/>
            <a:ext cx="54041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graphify explain "APIRouter"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 APIRouter   Source: routing.py L2210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 (47):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--&gt; Dependant   [uses]     [INFERRED]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--&gt; .get()      [method]   [EXTRACTED]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&lt;-- __init__.py [imports]  [EXTRACTED]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검수해야 할 것은 노란 줄 하나뿐이다. 전수 검토가 표본 검토로 바뀐다.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406908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의도도 노드가 된다 — # NOTE: / # WHY: 주석, docstring, ADR·RFC 인용이 별도 노드로 추출되어 코드에 연결된다. 위키에 사람이 옮겨 적던 '왜'가 자동으로 따라온다.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4937760"/>
            <a:ext cx="5806440" cy="1188720"/>
          </a:xfrm>
          <a:prstGeom prst="roundRect">
            <a:avLst>
              <a:gd name="adj" fmla="val 4615"/>
            </a:avLst>
          </a:prstGeom>
          <a:solidFill>
            <a:srgbClr val="FCEDE7"/>
          </a:solidFill>
          <a:ln w="12700">
            <a:solidFill>
              <a:srgbClr val="FCED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5074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위키에 남는 문장이 이렇게 바뀐다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78408" y="53949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  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"AuthService는 SessionStore에 의존한다"  — 근거 없음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B3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  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문장에 [EXTRACTED] auth.py L142 가 함께 붙는다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20840" y="1920240"/>
            <a:ext cx="478231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909560" y="2103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생성 LLM 비용 (코드 기준)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26700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AST 파싱은 로컬 결정적 연산 — 같은 입력이면 항상 같은 그래프. 재생성이 부담이 아니라 일상이 된다.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3337560"/>
            <a:ext cx="478231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5021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909560" y="3520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엣지 신뢰도 등급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40873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EXTRACTED / INFERRED / AMBIGUOUS. 문서가 아니라 스키마 차원에서 출처를 강제한다.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4754880"/>
            <a:ext cx="478231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49194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909560" y="4937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tree-sitter 문법 + 문서·PDF·이미지·영상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55046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코드와 캡처와 회의록이 같은 그래프에 들어간다. llm-wiki의 /raw 폴더 발상과 동일한 전제.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63093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벤치마크는 프로젝트 자체 측정치(LOCOMO recall@10 0.497, LongMemEval-S QA 76%) — 도입 판단은 자사 코퍼스 파일럿 수치로 다시 확인할 것.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IT RUNS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후 위키는 이렇게 돌아간다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생성물(graphify-out/)과 사람이 검수한 정본(wiki/)을 분리하는 것이 운용의 전부다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29968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코퍼스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95528" y="23591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· 문서 · PDF · 캡처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15768" y="2423160"/>
            <a:ext cx="146304" cy="0"/>
          </a:xfrm>
          <a:prstGeom prst="line">
            <a:avLst/>
          </a:prstGeom>
          <a:noFill/>
          <a:ln w="19050">
            <a:solidFill>
              <a:srgbClr val="9AA3A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187452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5808" y="2029968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035808" y="23591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2E4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AST + semantic 추출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56048" y="2423160"/>
            <a:ext cx="146304" cy="0"/>
          </a:xfrm>
          <a:prstGeom prst="line">
            <a:avLst/>
          </a:prstGeom>
          <a:noFill/>
          <a:ln w="19050">
            <a:solidFill>
              <a:srgbClr val="9AA3A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66360" y="187452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2029968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graphify-out/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76088" y="23591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· 리포트 · 초안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96328" y="2423160"/>
            <a:ext cx="146304" cy="0"/>
          </a:xfrm>
          <a:prstGeom prst="line">
            <a:avLst/>
          </a:prstGeom>
          <a:noFill/>
          <a:ln w="19050">
            <a:solidFill>
              <a:srgbClr val="9AA3A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06640" y="187452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2029968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검수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516368" y="23591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승격 · 판단 · 맥락 기록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36608" y="2423160"/>
            <a:ext cx="146304" cy="0"/>
          </a:xfrm>
          <a:prstGeom prst="line">
            <a:avLst/>
          </a:prstGeom>
          <a:noFill/>
          <a:ln w="19050">
            <a:solidFill>
              <a:srgbClr val="9AA3A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46920" y="187452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1F6F6B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56648" y="2029968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wiki/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756648" y="235915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2E4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정본 — 읽고 쓰는 곳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주기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3611880"/>
            <a:ext cx="5577840" cy="1078992"/>
          </a:xfrm>
          <a:prstGeom prst="roundRect">
            <a:avLst>
              <a:gd name="adj" fmla="val 4237"/>
            </a:avLst>
          </a:prstGeom>
          <a:solidFill>
            <a:srgbClr val="1E2229"/>
          </a:solidFill>
          <a:ln w="12700">
            <a:solidFill>
              <a:srgbClr val="1E22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3767328"/>
            <a:ext cx="51755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/graphify . --wiki      # 위키 초안 생성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graphify hook install   # 커밋마다 자동 갱신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graphify query "..."    # 문서 쓰기 전 중복 확인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/graphify . --neo4j     # 기존 그래프로 적재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" y="51206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CLAUDE.md에 "문서를 만들기 전에 graphify query로 기존 노드를 먼저 확인한다" 한 줄을 넣는 것만으로, 위키의 최대 실패 모드인 중복 문서 생성을 막을 수 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7960" y="3291840"/>
            <a:ext cx="4965192" cy="2606040"/>
          </a:xfrm>
          <a:prstGeom prst="roundRect">
            <a:avLst>
              <a:gd name="adj" fmla="val 2105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4747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 폴더별로 graphify가 채워주는 것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concepts/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허브(god) 노드 · 커뮤니티 라벨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0" y="4270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entities/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4270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AST 노드 (클래스·모듈·테이블)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0" y="46542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explorations/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46542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로그 · LESSONS.md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0" y="50383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3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sources/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03920" y="5038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PDF·이미지·문서 추출 노드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58000" y="54223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synthesis/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03920" y="5422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몫 — 도구는 재료만 제공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5800" y="63093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생성물은 초안, wiki/는 정본 — 재생성이 사람이 쓴 문서를 덮어쓰지 않도록 경로를 분리해 둘 것.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LIMITS &amp; MITIGATION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graphify의 단점과, 그 단점을 다루는 방법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모두 '쓰지 말아야 할 이유'가 아니라 '이렇게 써야 하는 이유'에 가깝다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57800" cy="2029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048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문서·PDF·이미지는 여전히 LLM이 필요하다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2450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B3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단점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코드만 무료·로컬이다. 문서 비중이 큰 코퍼스는 토큰 비용과 추출 품질 편차가 그대로 발생한다.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78408" y="2999232"/>
            <a:ext cx="4663440" cy="841248"/>
          </a:xfrm>
          <a:prstGeom prst="roundRect">
            <a:avLst>
              <a:gd name="adj" fmla="val 6522"/>
            </a:avLst>
          </a:prstGeom>
          <a:solidFill>
            <a:srgbClr val="E6F0EF"/>
          </a:solidFill>
          <a:ln w="12700">
            <a:solidFill>
              <a:srgbClr val="E6F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035808"/>
            <a:ext cx="4343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F6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--code-only 로 코드부터 무비용 확보 → 문서는 --backend ollama 등 사내·로컬 모델로 분리 운용. --token-budget 로 청크를 줄여 품질 편차 관리.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257800" cy="2029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2048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기반 검색을 대체하지 않는다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0528" y="2450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B3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단점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임베딩이 없어 표현이 다른 동의어를 스스로 잇지 못한다. 업무용어–표준용어 매핑은 graphify 밖의 문제다.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10528" y="2999232"/>
            <a:ext cx="4663440" cy="841248"/>
          </a:xfrm>
          <a:prstGeom prst="roundRect">
            <a:avLst>
              <a:gd name="adj" fmla="val 6522"/>
            </a:avLst>
          </a:prstGeom>
          <a:solidFill>
            <a:srgbClr val="E6F0EF"/>
          </a:solidFill>
          <a:ln w="12700">
            <a:solidFill>
              <a:srgbClr val="E6F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035808"/>
            <a:ext cx="4343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F6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구조적 연결은 graphify, 어휘 매칭은 기존 벡터 검색이 맡는 분업으로 설계. 별칭 사전은 사람이 검수해 위키에 정본으로 유지.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5257800" cy="2029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2428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INFERRED는 정확성 보증이 아니다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8408" y="46451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B3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단점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태그가 붙는다는 것과 맞다는 것은 다르다. --mode deep 을 쓰면 추출량과 함께 오탐도 늘어난다.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8408" y="5193792"/>
            <a:ext cx="4663440" cy="841248"/>
          </a:xfrm>
          <a:prstGeom prst="roundRect">
            <a:avLst>
              <a:gd name="adj" fmla="val 6522"/>
            </a:avLst>
          </a:prstGeom>
          <a:solidFill>
            <a:srgbClr val="E6F0EF"/>
          </a:solidFill>
          <a:ln w="12700">
            <a:solidFill>
              <a:srgbClr val="E6F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230368"/>
            <a:ext cx="4343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F6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태그의 값은 '무엇을 검수할지 알려준다'는 데 있다. INFERRED·AMBIGUOUS만 표본 검수하고, 확정된 내용은 사람이 위키 정본에 기술.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2029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42428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대규모 그래프는 운영 부담이 있다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10528" y="46451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B3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단점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5,000개를 넘으면 HTML 시각화가 무거워지고, graph.json 크기 상한도 고려해야 한다.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10528" y="5193792"/>
            <a:ext cx="4663440" cy="841248"/>
          </a:xfrm>
          <a:prstGeom prst="roundRect">
            <a:avLst>
              <a:gd name="adj" fmla="val 6522"/>
            </a:avLst>
          </a:prstGeom>
          <a:solidFill>
            <a:srgbClr val="E6F0EF"/>
          </a:solidFill>
          <a:ln w="12700">
            <a:solidFill>
              <a:srgbClr val="E6F0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5230368"/>
            <a:ext cx="4343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F6F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--no-viz 로 리포트·JSON만 만들고 탐색은 query·MCP로. 저장소 단위로 그래프를 쪼갠 뒤 global 등록으로 합쳐 쓰는 구성이 안전.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63093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최종 저장소가 아니라 '결정적 추출기 겸 위키 생성기'로 범위를 한정해 쓰면 네 단점 모두 관리 가능한 수준으로 내려간다.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graphify 도입 근거</dc:title>
  <dc:subject>PptxGenJS Presentation</dc:subject>
  <dc:creator>PptxGenJS</dc:creator>
  <cp:lastModifiedBy>PptxGenJS</cp:lastModifiedBy>
  <cp:revision>1</cp:revision>
  <dcterms:created xsi:type="dcterms:W3CDTF">2026-08-10T13:49:35Z</dcterms:created>
  <dcterms:modified xsi:type="dcterms:W3CDTF">2026-08-10T13:49:35Z</dcterms:modified>
</cp:coreProperties>
</file>
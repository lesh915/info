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llm-wiki 패턴을 이미 아는 청중을 전제로, graphify가 그 패턴의 어느 구멍을 메우는지에 초점을 맞춘 소개 자료입니다.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1371600"/>
            <a:ext cx="1371600" cy="685800"/>
          </a:xfrm>
          <a:prstGeom prst="line">
            <a:avLst/>
          </a:prstGeom>
          <a:noFill/>
          <a:ln w="12700">
            <a:solidFill>
              <a:srgbClr val="3A404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9189720" y="1371600"/>
            <a:ext cx="320040" cy="1417320"/>
          </a:xfrm>
          <a:prstGeom prst="line">
            <a:avLst/>
          </a:prstGeom>
          <a:noFill/>
          <a:ln w="12700">
            <a:solidFill>
              <a:srgbClr val="3A404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0561320" y="2057400"/>
            <a:ext cx="320040" cy="1554480"/>
          </a:xfrm>
          <a:prstGeom prst="line">
            <a:avLst/>
          </a:prstGeom>
          <a:noFill/>
          <a:ln w="12700">
            <a:solidFill>
              <a:srgbClr val="3A404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89720" y="2788920"/>
            <a:ext cx="1371600" cy="822960"/>
          </a:xfrm>
          <a:prstGeom prst="line">
            <a:avLst/>
          </a:prstGeom>
          <a:noFill/>
          <a:ln w="12700">
            <a:solidFill>
              <a:srgbClr val="3A40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10881360" y="1234440"/>
            <a:ext cx="594360" cy="822960"/>
          </a:xfrm>
          <a:prstGeom prst="line">
            <a:avLst/>
          </a:prstGeom>
          <a:noFill/>
          <a:ln w="12700">
            <a:solidFill>
              <a:srgbClr val="3A40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9966960" y="3611880"/>
            <a:ext cx="594360" cy="731520"/>
          </a:xfrm>
          <a:prstGeom prst="line">
            <a:avLst/>
          </a:prstGeom>
          <a:noFill/>
          <a:ln w="12700">
            <a:solidFill>
              <a:srgbClr val="3A40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61320" y="3611880"/>
            <a:ext cx="685800" cy="960120"/>
          </a:xfrm>
          <a:prstGeom prst="line">
            <a:avLst/>
          </a:prstGeom>
          <a:noFill/>
          <a:ln w="12700">
            <a:solidFill>
              <a:srgbClr val="3A40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66960" y="4343400"/>
            <a:ext cx="1280160" cy="228600"/>
          </a:xfrm>
          <a:prstGeom prst="line">
            <a:avLst/>
          </a:prstGeom>
          <a:noFill/>
          <a:ln w="12700">
            <a:solidFill>
              <a:srgbClr val="3A40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54312" y="1216152"/>
            <a:ext cx="310896" cy="310896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89920" y="1965960"/>
            <a:ext cx="182880" cy="182880"/>
          </a:xfrm>
          <a:prstGeom prst="ellipse">
            <a:avLst/>
          </a:prstGeom>
          <a:solidFill>
            <a:srgbClr val="5B6570"/>
          </a:solidFill>
          <a:ln w="12700">
            <a:solidFill>
              <a:srgbClr val="5B65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98280" y="2697480"/>
            <a:ext cx="182880" cy="182880"/>
          </a:xfrm>
          <a:prstGeom prst="ellipse">
            <a:avLst/>
          </a:prstGeom>
          <a:solidFill>
            <a:srgbClr val="5B6570"/>
          </a:solidFill>
          <a:ln w="12700">
            <a:solidFill>
              <a:srgbClr val="5B65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05872" y="3456432"/>
            <a:ext cx="310896" cy="310896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1143000"/>
            <a:ext cx="182880" cy="182880"/>
          </a:xfrm>
          <a:prstGeom prst="ellipse">
            <a:avLst/>
          </a:prstGeom>
          <a:solidFill>
            <a:srgbClr val="5B6570"/>
          </a:solidFill>
          <a:ln w="12700">
            <a:solidFill>
              <a:srgbClr val="5B65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4251960"/>
            <a:ext cx="182880" cy="182880"/>
          </a:xfrm>
          <a:prstGeom prst="ellipse">
            <a:avLst/>
          </a:prstGeom>
          <a:solidFill>
            <a:srgbClr val="5B6570"/>
          </a:solidFill>
          <a:ln w="12700">
            <a:solidFill>
              <a:srgbClr val="5B65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0" y="4480560"/>
            <a:ext cx="182880" cy="182880"/>
          </a:xfrm>
          <a:prstGeom prst="ellipse">
            <a:avLst/>
          </a:prstGeom>
          <a:solidFill>
            <a:srgbClr val="5B6570"/>
          </a:solidFill>
          <a:ln w="12700">
            <a:solidFill>
              <a:srgbClr val="5B65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1691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KNOWLEDGE GRAPH FOR AGENTS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21031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llm-wiki</a:t>
            </a:r>
            <a:pPr indent="0" marL="0">
              <a:buNone/>
            </a:pPr>
            <a:r>
              <a:rPr lang="en-US" sz="4600" b="1" dirty="0">
                <a:solidFill>
                  <a:srgbClr val="5B65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×  </a:t>
            </a:r>
            <a:pPr indent="0" marL="0">
              <a:buNone/>
            </a:pPr>
            <a:r>
              <a:rPr lang="en-US" sz="4600" b="1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</a:t>
            </a:r>
            <a:endParaRPr lang="en-US" sz="4600" dirty="0"/>
          </a:p>
        </p:txBody>
      </p:sp>
      <p:sp>
        <p:nvSpPr>
          <p:cNvPr id="19" name="Text 17"/>
          <p:cNvSpPr/>
          <p:nvPr/>
        </p:nvSpPr>
        <p:spPr>
          <a:xfrm>
            <a:off x="685800" y="3063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DA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손으로 쓰는 위키에서, 스스로 자라는 지식 그래프로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llm-wiki 패턴을 대체하지 않고 확장·보완하는 도구로서의 graphify — 무엇을 자동화하고,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여전히 사람의 몫으로 남는가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4709160"/>
            <a:ext cx="2011680" cy="0"/>
          </a:xfrm>
          <a:prstGeom prst="line">
            <a:avLst/>
          </a:prstGeom>
          <a:noFill/>
          <a:ln w="12700">
            <a:solidFill>
              <a:srgbClr val="3A404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2026.08  ·  내부 검토용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결론부터: 위키는 남기고, 위키를 만드는 노동을 옮긴다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graphify는 llm-wiki의 대체재가 아니라, 위키의 골격·링크·갱신을 담당하는 하부 레이어다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87452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194560"/>
            <a:ext cx="384048" cy="384048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위키의 골격을 생성한다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005840" y="34290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커뮤니티·허브 노드를 뽑아 마크다운 위키 초안(index + 문서)을 자동 생성. 사람은 백지가 아니라 초안에서 시작한다.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87452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87452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194560"/>
            <a:ext cx="384048" cy="384048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09160" y="27432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링크에 근거를 붙인다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709160" y="34290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엣지에 EXTRACTED / INFERRED / AMBIGUOUS 태그. llm-wiki의 최대 약점인 '이 연결은 사실인가 추측인가'를 구조로 답한다.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92440" y="187452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187452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2194560"/>
            <a:ext cx="384048" cy="384048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274320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위키가 낡지 않게 한다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412480" y="3429000"/>
            <a:ext cx="2788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해시 기반 증분 재추출 + git post-commit 훅. 코드가 움직이면 그래프도 따라 움직인다.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5303520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FCEDE7"/>
          </a:solidFill>
          <a:ln w="12700">
            <a:solidFill>
              <a:srgbClr val="FCED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530352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사람의 몫  </a:t>
            </a:r>
            <a:pPr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판단·맥락·의사결정 기록. graphify가 만드는 것은 '무엇이 무엇과 연결되는가'까지이고, '그래서 무엇을 해야 하는가'는 여전히 위키에 사람이 쓴다.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STARTING POINT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llm-wiki 패턴 복기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Karpathy의 /raw 폴더 — 논문·트윗·캡처·메모를 한 곳에 던져두고, LLM이 읽어 위키로 정리한다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200400" cy="1965960"/>
          </a:xfrm>
          <a:prstGeom prst="roundRect">
            <a:avLst>
              <a:gd name="adj" fmla="val 2791"/>
            </a:avLst>
          </a:prstGeom>
          <a:solidFill>
            <a:srgbClr val="F5F6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762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77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/raw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던져 넣는 곳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926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논문 PDF, 스크린샷,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회의 메모, 소스 파일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77640" y="2944368"/>
            <a:ext cx="548640" cy="0"/>
          </a:xfrm>
          <a:prstGeom prst="line">
            <a:avLst/>
          </a:prstGeom>
          <a:noFill/>
          <a:ln w="15875">
            <a:solidFill>
              <a:srgbClr val="9AA3A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17720" y="1965960"/>
            <a:ext cx="3200400" cy="1965960"/>
          </a:xfrm>
          <a:prstGeom prst="roundRect">
            <a:avLst>
              <a:gd name="adj" fmla="val 2791"/>
            </a:avLst>
          </a:prstGeom>
          <a:solidFill>
            <a:srgbClr val="F5F6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1762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5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892040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쓰는 곳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2926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읽어서 개념을 뽑고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마크다운 페이지로 작성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09560" y="2944368"/>
            <a:ext cx="548640" cy="0"/>
          </a:xfrm>
          <a:prstGeom prst="line">
            <a:avLst/>
          </a:prstGeom>
          <a:noFill/>
          <a:ln w="15875">
            <a:solidFill>
              <a:srgbClr val="9AA3A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49640" y="1965960"/>
            <a:ext cx="3200400" cy="1965960"/>
          </a:xfrm>
          <a:prstGeom prst="roundRect">
            <a:avLst>
              <a:gd name="adj" fmla="val 2791"/>
            </a:avLst>
          </a:prstGeom>
          <a:solidFill>
            <a:srgbClr val="F5F6F8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217627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/wiki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823960" y="2578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곳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23960" y="29260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concepts · entities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explorations · sources · synthesis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43434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패턴이 잘 작동하는 이유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3232" y="4800600"/>
            <a:ext cx="118872" cy="118872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7091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산출물이 사람이 읽을 수 있는 마크다운 — 도구에 종속되지 않는다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13232" y="5184648"/>
            <a:ext cx="118872" cy="118872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09320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에이전트가 파일을 크롤링하며 스스로 맥락을 찾아간다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13232" y="5568696"/>
            <a:ext cx="118872" cy="118872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4772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위키를 쓰는 행위 자체가 이해를 강제한다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규모가 커지면 네 개의 벽에 부딪힌다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위키가 커질수록 유지 비용이 이해의 이득을 앞지르기 시작한다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5257800" cy="1572768"/>
          </a:xfrm>
          <a:prstGeom prst="roundRect">
            <a:avLst>
              <a:gd name="adj" fmla="val 3488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86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22585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링크를 손으로 건다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271576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[[링크]]는 누군가 기억해서 걸어야 한다. 문서가 200개를 넘으면 고아 문서와 중복 문서가 필연적으로 생긴다.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057400"/>
            <a:ext cx="5257800" cy="1572768"/>
          </a:xfrm>
          <a:prstGeom prst="roundRect">
            <a:avLst>
              <a:gd name="adj" fmla="val 3488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2860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69480" y="22585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근거가 남지 않는다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271576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쓴 '이 모듈은 저 모듈에 의존한다'가 소스에서 읽은 것인지 추측인지 문서만 봐서는 알 수 없다.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069080"/>
            <a:ext cx="5257800" cy="1572768"/>
          </a:xfrm>
          <a:prstGeom prst="roundRect">
            <a:avLst>
              <a:gd name="adj" fmla="val 3488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297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37360" y="4270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금방 낡는다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472744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코드는 매일 바뀌는데 위키는 누가 갱신하는가. 낡은 위키는 없는 위키보다 나쁘다.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4069080"/>
            <a:ext cx="5257800" cy="1572768"/>
          </a:xfrm>
          <a:prstGeom prst="roundRect">
            <a:avLst>
              <a:gd name="adj" fmla="val 3488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297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6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69480" y="42702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읽을 수만 있다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69480" y="472744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'A와 B는 어떻게 연결되는가'를 물으면 결국 파일을 다시 grep 하게 된다. 위키는 답하지 않는다.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모두 '위키를 쓰는 일'이 아니라 '위키를 유지하는 일'의 문제 — 자동화 대상이다.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IT 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 — 폴더 하나를 질의 가능한 지식 그래프로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코딩 어시스턴트에 /graphify 스킬을 등록하는 오픈소스 CLI (PyPI: graphifyy, 명령어: graphify)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577840" cy="1097280"/>
          </a:xfrm>
          <a:prstGeom prst="roundRect">
            <a:avLst>
              <a:gd name="adj" fmla="val 4167"/>
            </a:avLst>
          </a:prstGeom>
          <a:solidFill>
            <a:srgbClr val="1E2229"/>
          </a:solidFill>
          <a:ln w="12700">
            <a:solidFill>
              <a:srgbClr val="1E22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020824"/>
            <a:ext cx="51755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uv tool install graphifyy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graphify install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/graphify .          # 어시스턴트에서 실행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3200400"/>
            <a:ext cx="5577840" cy="1325880"/>
          </a:xfrm>
          <a:prstGeom prst="roundRect">
            <a:avLst>
              <a:gd name="adj" fmla="val 3448"/>
            </a:avLst>
          </a:prstGeom>
          <a:solidFill>
            <a:srgbClr val="1E2229"/>
          </a:solidFill>
          <a:ln w="12700">
            <a:solidFill>
              <a:srgbClr val="1E22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3346704"/>
            <a:ext cx="517550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graphify-out/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graph.html        인터랙티브 시각화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GRAPH_REPORT.md   허브·의외의 연결·추천 질문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 graph.json        전체 그래프 (질의 대상)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 cache/            증분 갱신용 해시 캐시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37960" y="1874520"/>
            <a:ext cx="496519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12280" y="2139696"/>
            <a:ext cx="118872" cy="118872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59168" y="201168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코드는 완전 로컬·결정적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59168" y="23591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tree-sitter AST 파싱(36개 문법). LLM 호출 0, 외부 전송 0. 문서·PDF·이미지만 모델을 탄다.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37960" y="3154680"/>
            <a:ext cx="496519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12280" y="3419856"/>
            <a:ext cx="118872" cy="118872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9168" y="32918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엣지마다 근거 태그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59168" y="363931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EXTRACTED(소스에 명시) / INFERRED(도구가 해석) / AMBIGUOUS(모호)로 구분해 기록한다.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4434840"/>
            <a:ext cx="4965192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4700016"/>
            <a:ext cx="118872" cy="118872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457200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 인덱스가 아니다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59168" y="491947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임베딩·벡터스토어 없이 실제 그래프를 순회한다. 경로 추적과 이유 설명이 가능하다.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4709160"/>
            <a:ext cx="5577840" cy="1005840"/>
          </a:xfrm>
          <a:prstGeom prst="roundRect">
            <a:avLst>
              <a:gd name="adj" fmla="val 5455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8646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플랫폼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51389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Code · Cursor · Codex · Gemini CLI · GitHub Copilot · Aider ·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OpenClaw · Kiro 등 20종 이상. 프로젝트 단위 설치(--project)도 지원.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패키지명은 graphifyy(y 두 개), 실행 명령은 graphify. Windows PowerShell에서는 앞의 슬래시 없이 graphify . 로 실행.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 IT FITS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위키를 보완하기에 적합한 세 가지 설계 결정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'많이 아는 도구'가 아니라 '아는 것과 추측한 것을 구분하는 도구'라는 점이 핵심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685800" y="2926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생성에 드는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크레딧 (코드 기준)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85800" y="3858768"/>
            <a:ext cx="1005840" cy="0"/>
          </a:xfrm>
          <a:prstGeom prst="line">
            <a:avLst/>
          </a:prstGeom>
          <a:noFill/>
          <a:ln w="19050">
            <a:solidFill>
              <a:srgbClr val="E2E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0233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AST 파싱은 로컬 결정적 연산이므로 리포지토리 전체를 몇 번이든 다시 돌려도 토큰 비용이 발생하지 않는다.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182880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4389120" y="2926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엣지 신뢰도 등급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EXTRACTED / INFERRED / AMBIGUOUS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3858768"/>
            <a:ext cx="1005840" cy="0"/>
          </a:xfrm>
          <a:prstGeom prst="line">
            <a:avLst/>
          </a:prstGeom>
          <a:noFill/>
          <a:ln w="19050">
            <a:solidFill>
              <a:srgbClr val="E2E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40233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위키가 구조적으로 제공하지 못하던 '이 문장의 출처' 정보를 그래프 스키마 차원에서 강제한다.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92440" y="182880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8092440" y="2926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tree-sitter 문법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문서·PDF·이미지·영상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92440" y="3858768"/>
            <a:ext cx="1005840" cy="0"/>
          </a:xfrm>
          <a:prstGeom prst="line">
            <a:avLst/>
          </a:prstGeom>
          <a:noFill/>
          <a:ln w="19050">
            <a:solidFill>
              <a:srgbClr val="E2E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0" y="40233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코드와 문서와 캡처가 같은 그래프에 들어간다. llm-wiki의 /raw 폴더 발상과 정확히 같은 전제.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5257800"/>
            <a:ext cx="10817352" cy="777240"/>
          </a:xfrm>
          <a:prstGeom prst="roundRect">
            <a:avLst>
              <a:gd name="adj" fmla="val 7059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25780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벤치마크(프로젝트 자체 측정) 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LOCOMO recall@10 0.497 · LongMemEval-S QA 정확도 76%(dense RAG와 동률) · 그래프 빌드 LLM 크레딧 0. 도입 판단은 자사 코퍼스 파일럿 수치로 다시 확인할 것.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MAPPING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llm-wiki의 각 요소는 graphify의 무엇에 대응하는가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개념을 버리지 않는다 — 같은 개념을 사람이 만들던 것에서 도구가 만드는 것으로 옮긴다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282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llm-wiki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886200" y="17282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35240" y="172821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달라지는가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64240" cy="65836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5740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/raw 폴더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86200" y="205740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코퍼스 (코드·문서·PDF·이미지·영상)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635240" y="20574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 하나를 통째로 입력으로 받는 발상이 동일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271576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페이지를 쓴다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86200" y="2715768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AST 추출 + 문서 semantic 패스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635240" y="271576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코드는 LLM 없이, 문서만 모델을 탄다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374136"/>
            <a:ext cx="11064240" cy="65836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3741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[[위키 링크]]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86200" y="3374136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엣지 + 신뢰도 태그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635240" y="337413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링크가 자동 생성되고 근거가 함께 붙는다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403250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위키 페이지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86200" y="4032504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커뮤니티 / 허브(god) 노드 문서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635240" y="403250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--wiki 로 마크다운 위키 자체를 출력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690872"/>
            <a:ext cx="11064240" cy="65836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69087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읽고 찾는다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886200" y="4690872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 · path · explain · MCP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635240" y="469087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'읽는 위키'에서 '질의하는 위키'로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85800" y="534924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갱신한다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886200" y="534924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--update / git hook / --watch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635240" y="53492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해시 기반 증분 재추출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 graphify는 위키 포맷을 바꾸지 않는다. 마크다운은 그대로 남고, 그것을 만드는 주체만 바뀐다.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BENEFIT 01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링크를 손으로 걸지 않는다 — 그리고 근거가 남는다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연결에 EXTRACTED / INFERRED 태그가 붙어, 사실과 해석이 문서 안에서 뒤섞이지 않는다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5760720" cy="2697480"/>
          </a:xfrm>
          <a:prstGeom prst="roundRect">
            <a:avLst>
              <a:gd name="adj" fmla="val 1695"/>
            </a:avLst>
          </a:prstGeom>
          <a:solidFill>
            <a:srgbClr val="1E2229"/>
          </a:solidFill>
          <a:ln w="12700">
            <a:solidFill>
              <a:srgbClr val="1E22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112264"/>
            <a:ext cx="5358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graphify explain "APIRouter"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 APIRouter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Source:    routing.py L2210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Community: 2      Degree: 47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 (47):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--&gt; Dependant  [uses]     [INFERRED]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--&gt; .get()     [method]   [EXTRACTED]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&lt;-- __init__.py [imports] [EXTRACTED]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graphify path "FastAPI" "ModelField"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Shortest path (3 hops): ...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720840" y="1965960"/>
            <a:ext cx="4782312" cy="1005840"/>
          </a:xfrm>
          <a:prstGeom prst="roundRect">
            <a:avLst>
              <a:gd name="adj" fmla="val 5455"/>
            </a:avLst>
          </a:prstGeom>
          <a:solidFill>
            <a:srgbClr val="FCEDE7"/>
          </a:solidFill>
          <a:ln w="12700">
            <a:solidFill>
              <a:srgbClr val="FCED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95160" y="209397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고아 문서가 생기지 않는다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95160" y="242316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링크가 사람의 기억이 아니라 파서의 산출물이므로, 문서 수가 늘어도 연결 누락이 누적되지 않는다.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720840" y="3108960"/>
            <a:ext cx="478231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323697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검수 대상이 좁혀진다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95160" y="356616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INFERRED / AMBIGUOUS 엣지만 사람이 보면 된다. 전수 검토에서 표본 검토로 바뀐다.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20840" y="4251960"/>
            <a:ext cx="4782312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95160" y="437997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의도도 노드가 된다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995160" y="4709160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NOTE: / # WHY: 주석, docstring, ADR·RFC 인용이 별도 노드로 추출되어 코드에 연결된다.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48920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--mode deep 를 주면 관계 추출을 더 공격적으로 수행한다. 다만 INFERRED 비중이 함께 늘어나므로 검수 부담과 함께 판단할 것.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BENEFIT 02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위키의 초안을 도구가 만든다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--wiki 는 그래프를 에이전트가 크롤링할 수 있는 마크다운 위키로 출력한다 (Obsidian 볼트도 지원)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5120640" cy="914400"/>
          </a:xfrm>
          <a:prstGeom prst="roundRect">
            <a:avLst>
              <a:gd name="adj" fmla="val 5000"/>
            </a:avLst>
          </a:prstGeom>
          <a:solidFill>
            <a:srgbClr val="1E2229"/>
          </a:solidFill>
          <a:ln w="12700">
            <a:solidFill>
              <a:srgbClr val="1E22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112264"/>
            <a:ext cx="47183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/graphify ./src --wiki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FD9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/graphify ./raw --obsidian --obsidian-dir ~/vault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graphify export callflow-html   # 아키텍처/콜플로우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13232" y="3300984"/>
            <a:ext cx="118872" cy="118872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31546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3154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위키 진입점 — 전체 지도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" y="3986784"/>
            <a:ext cx="118872" cy="118872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840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커뮤니티별 문서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Leiden 군집 = 서브시스템 단위 문서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3232" y="4672584"/>
            <a:ext cx="118872" cy="118872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45262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허브(god) 노드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4526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많이 연결된 핵심 개념 문서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3232" y="5358384"/>
            <a:ext cx="118872" cy="118872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5212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GRAPH_REPORT.md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5212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의외의 연결 · 추천 질문 4~5개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55080" y="1965960"/>
            <a:ext cx="5148072" cy="4023360"/>
          </a:xfrm>
          <a:prstGeom prst="roundRect">
            <a:avLst>
              <a:gd name="adj" fmla="val 1364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1945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백지가 사라진다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75120" y="265176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llm-wiki에서 가장 비싼 일은 '첫 페이지를 무엇으로 쓸지' 정하는 것이다. graphify는 코퍼스에서 허브와 군집을 먼저 계산해 주므로, 위키의 목차가 감이 아니라 연결 구조에서 나온다.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0" y="3794760"/>
            <a:ext cx="4480560" cy="0"/>
          </a:xfrm>
          <a:prstGeom prst="line">
            <a:avLst/>
          </a:prstGeom>
          <a:noFill/>
          <a:ln w="19050">
            <a:solidFill>
              <a:srgbClr val="E2E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39502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운용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427939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49440" y="42793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생성된 위키는 그대로 쓰지 말고 초안으로 취급 — 사람이 concepts/로 승격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75120" y="482803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48280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생성물 폴더(graphify-out/)와 사람이 쓰는 wiki/는 물리적으로 분리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75120" y="537667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949440" y="53766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시 사람이 쓴 문서를 덮어쓰지 않도록 경로를 나눠 둘 것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BENEFIT 03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위키가 낡지 않게 만드는 장치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해시를 비교해 바뀐 파일만 다시 추출한다 — 코드만이라면 API 비용 없이 무한히 반복 가능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051560" cy="868680"/>
          </a:xfrm>
          <a:prstGeom prst="roundRect">
            <a:avLst>
              <a:gd name="adj" fmla="val 6316"/>
            </a:avLst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7452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65960" y="19293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3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graphify hook install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965960" y="227685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post-commit 훅이 AST 재추출을 자동 실행. graph.json 전용 merge driver까지 설치되어 병렬 커밋 충돌이 나지 않는다.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926080"/>
            <a:ext cx="1051560" cy="868680"/>
          </a:xfrm>
          <a:prstGeom prst="roundRect">
            <a:avLst>
              <a:gd name="adj" fmla="val 6316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2608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65960" y="29809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3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/graphify . --update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965960" y="332841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cache/의 파일 해시와 대조해 변경분만 재처리. 문서·PDF가 바뀐 경우에만 모델 호출이 발생한다.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977640"/>
            <a:ext cx="1051560" cy="868680"/>
          </a:xfrm>
          <a:prstGeom prst="roundRect">
            <a:avLst>
              <a:gd name="adj" fmla="val 6316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7764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65960" y="40325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3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/graphify . --watch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965960" y="437997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저장 시점에 바로 재빌드. 작업 중인 모듈의 그래프를 항상 최신으로 유지한다.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5029200"/>
            <a:ext cx="1051560" cy="868680"/>
          </a:xfrm>
          <a:prstGeom prst="roundRect">
            <a:avLst>
              <a:gd name="adj" fmla="val 6316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029200"/>
            <a:ext cx="1051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65960" y="50840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33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graphify-out/ 커밋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965960" y="5431536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사람이 만들어 커밋하면 팀 전원의 어시스턴트가 즉시 같은 지도를 읽는다.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6355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낡은 위키는 없는 위키보다 나쁘다 — 갱신을 사람의 성실성이 아니라 커밋 훅에 맡기는 것이 이 패턴의 핵심 개선점.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BENEFIT 04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읽는 위키에서, 질의하는 위키로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grep 대신 그래프에 묻는다. CLI·MCP 두 경로 모두 같은 graph.json을 바라본다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5257800" cy="960120"/>
          </a:xfrm>
          <a:prstGeom prst="roundRect">
            <a:avLst>
              <a:gd name="adj" fmla="val 4762"/>
            </a:avLst>
          </a:prstGeom>
          <a:solidFill>
            <a:srgbClr val="1E2229"/>
          </a:solidFill>
          <a:ln w="12700">
            <a:solidFill>
              <a:srgbClr val="1E22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432304"/>
            <a:ext cx="4855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graphify query "인증과 DB를 잇는 것은?"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graphify path "UserService" "DBPool"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graphify explain "RateLimiter"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340156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하나에 필요한 서브그래프만 잘라서 돌려준다 — 컨텍스트 낭비가 줄어든다.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286000"/>
            <a:ext cx="5257800" cy="960120"/>
          </a:xfrm>
          <a:prstGeom prst="roundRect">
            <a:avLst>
              <a:gd name="adj" fmla="val 4762"/>
            </a:avLst>
          </a:prstGeom>
          <a:solidFill>
            <a:srgbClr val="1E2229"/>
          </a:solidFill>
          <a:ln w="12700">
            <a:solidFill>
              <a:srgbClr val="1E22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2432304"/>
            <a:ext cx="4855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graphify.serve graph.json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--transport http --port 8080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--api-key $SECRET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0" y="340156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query_graph · get_node · get_neighbors · shortest_path 도구 제공. HTTP로 띄우면 팀이 한 서버를 공유한다.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10817352" cy="1371600"/>
          </a:xfrm>
          <a:prstGeom prst="roundRect">
            <a:avLst>
              <a:gd name="adj" fmla="val 4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61772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어시스턴트가 그래프를 '반드시' 쓰게 만들기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4956048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 claude install 은 CLAUDE.md 규칙과 PreToolUse 훅을 함께 설치해, 파일을 하나씩 읽거나 검색하려 할 때 그래프 질의로 유도한다. --strict 를 주면 세션의 첫 원시 소스 읽기를 한 번 차단하고 그래프로 우회시킨다. Cursor는 always-apply 규칙, Codex·Aider 등은 AGENTS.md가 같은 역할을 한다.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BENEFIT 05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쓰면서 자라는 위키 — 질문이 지식이 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llm-wiki에서 explorations/ 폴더가 하던 역할을 도구가 구조화해서 수행한다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24688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240280"/>
            <a:ext cx="384048" cy="384048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7614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3090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3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graphify query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34015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질문과 답, 사용된 노드가 기록된다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2990088"/>
            <a:ext cx="201168" cy="0"/>
          </a:xfrm>
          <a:prstGeom prst="line">
            <a:avLst/>
          </a:prstGeom>
          <a:noFill/>
          <a:ln w="15875">
            <a:solidFill>
              <a:srgbClr val="9AA3A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74720" y="1965960"/>
            <a:ext cx="24688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2240280"/>
            <a:ext cx="384048" cy="384048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27614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49040" y="3090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3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save-result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49040" y="34015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useful / dead_end / corrected 로 결과를 표시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16752" y="2990088"/>
            <a:ext cx="201168" cy="0"/>
          </a:xfrm>
          <a:prstGeom prst="line">
            <a:avLst/>
          </a:prstGeom>
          <a:noFill/>
          <a:ln w="15875">
            <a:solidFill>
              <a:srgbClr val="9AA3A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63640" y="1965960"/>
            <a:ext cx="24688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2240280"/>
            <a:ext cx="384048" cy="384048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27614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3090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3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graphify reflect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37960" y="34015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결과를 LESSONS.md로 집계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05672" y="2990088"/>
            <a:ext cx="201168" cy="0"/>
          </a:xfrm>
          <a:prstGeom prst="line">
            <a:avLst/>
          </a:prstGeom>
          <a:noFill/>
          <a:ln w="15875">
            <a:solidFill>
              <a:srgbClr val="9AA3A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52560" y="1965960"/>
            <a:ext cx="24688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26880" y="2240280"/>
            <a:ext cx="384048" cy="384048"/>
          </a:xfrm>
          <a:prstGeom prst="ellipse">
            <a:avLst/>
          </a:prstGeom>
          <a:solidFill>
            <a:srgbClr val="1F6F6B"/>
          </a:solidFill>
          <a:ln w="12700">
            <a:solidFill>
              <a:srgbClr val="1F6F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0" y="276148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반영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26880" y="309067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33D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작업기억 오버레이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326880" y="3401568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노드에 preferred / tentative / contested 태그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" y="4297680"/>
            <a:ext cx="5303520" cy="1691640"/>
          </a:xfrm>
          <a:prstGeom prst="roundRect">
            <a:avLst>
              <a:gd name="adj" fmla="val 3243"/>
            </a:avLst>
          </a:prstGeom>
          <a:solidFill>
            <a:srgbClr val="FCEDE7"/>
          </a:solidFill>
          <a:ln w="12700">
            <a:solidFill>
              <a:srgbClr val="FCEDE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4498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소스가 바뀌면 교훈도 의심한다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486460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explain·query 결과에 'Lesson:' 힌트가 함께 표시되고, 근거가 된 소스가 이후 변경되면 '코드가 바뀌었으니 재검증하라'는 표시가 붙는다. 축적된 지식이 조용히 낡는 것을 막는 장치.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99632" y="4297680"/>
            <a:ext cx="5303520" cy="1691640"/>
          </a:xfrm>
          <a:prstGeom prst="roundRect">
            <a:avLst>
              <a:gd name="adj" fmla="val 3243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19672" y="4498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위키 관점의 의미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19672" y="486460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explorations/에 남기던 '무엇을 물었고 어떻게 알아냈는가'가 자동으로 쌓인다. 사람은 그 로그를 읽고 재사용 가치가 확인된 것만 concepts/로 승격하면 된다.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위키 폴더 구조 위에 어떻게 얹는가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 산출물은 초안, wiki/ 는 사람이 검수한 정본 — 두 계층을 섞지 않는 것이 운용의 핵심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wiki/ 하위 폴더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70332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graphify가 채워주는 것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0010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 수준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1064240" cy="65836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4884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concepts/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03320" y="2148840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허브(god) 노드 · 커뮤니티 라벨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01000" y="21488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재사용되는 개념 후보를 자동 추출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5800" y="280720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entities/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03320" y="2807208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AST 노드 (클래스·모듈·테이블·패키지)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01000" y="280720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고유명사 단위는 사실상 전량 자동 생성 가능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65576"/>
            <a:ext cx="11064240" cy="65836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465576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explorations/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03320" y="3465576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 로그 · memory/ · LESSONS.md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01000" y="3465576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질문과 결과가 자동으로 축적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412394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sources/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03320" y="4123944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PDF·이미지·영상·문서 추출 노드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001000" y="412394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 인제스트 경로가 그대로 대응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782312"/>
            <a:ext cx="11064240" cy="658368"/>
          </a:xfrm>
          <a:prstGeom prst="rect">
            <a:avLst/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78231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synthesis/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03320" y="4782312"/>
            <a:ext cx="4160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GRAPH_REPORT.md (의외의 연결)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001000" y="478231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종합은 사람 몫 — 도구는 재료만 제공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" y="5623560"/>
            <a:ext cx="10817352" cy="713232"/>
          </a:xfrm>
          <a:prstGeom prst="roundRect">
            <a:avLst>
              <a:gd name="adj" fmla="val 7692"/>
            </a:avLst>
          </a:prstGeom>
          <a:solidFill>
            <a:srgbClr val="FCEDE7"/>
          </a:solidFill>
          <a:ln w="12700">
            <a:solidFill>
              <a:srgbClr val="FCED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62356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3D1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CLAUDE.md에 한 줄 추가  </a:t>
            </a:r>
            <a:pPr indent="0" marL="0">
              <a:buNone/>
            </a:pPr>
            <a:r>
              <a:rPr lang="en-US" sz="1200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"문서를 만들기 전에 graphify query 로 기존 노드를 먼저 확인한다" — 위키의 최대 실패 모드인 중복 문서 생성을 그래프 조회로 막는다.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FIT WITH EXISTING STACK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갖춘 자산과 충돌하지 않는 지점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graphify를 최종 저장소로 쓰지 않고, 결정적 추출기 겸 위키 생성기로 한정해서 쓰는 구성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194560"/>
            <a:ext cx="118872" cy="118872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52728" y="20756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Neo4j로 내보낸다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2532888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--neo4j 로 cypher.txt 생성, --neo4j-push bolt://... 로 직접 적재. FalkorDB·GraphML(Gephi/yEd) 내보내기도 지원되어 도구 종속이 낮다.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2194560"/>
            <a:ext cx="118872" cy="118872"/>
          </a:xfrm>
          <a:prstGeom prst="ellipse">
            <a:avLst/>
          </a:prstGeom>
          <a:solidFill>
            <a:srgbClr val="1F6F6B"/>
          </a:solidFill>
          <a:ln w="12700">
            <a:solidFill>
              <a:srgbClr val="1F6F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84848" y="20756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검색과는 상보 관계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532888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graphify는 벡터 인덱스가 아니다. 어휘가 다른 표현을 잇는 일은 기존 임베딩 검색이, 구조적 연결과 경로 추적은 graphify가 맡는 분업이 자연스럽다.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02336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05840" y="4343400"/>
            <a:ext cx="118872" cy="118872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52728" y="42245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로컬·폐쇄망 전제에 맞다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4681728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코드는 tree-sitter로 로컬 파싱, 영상은 faster-whisper 로컬 전사. --code-only 로 외부 호출 없이 운용 가능하고, 문서 추출도 --backend ollama 로 사내 모델에 붙일 수 있다.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4023360"/>
            <a:ext cx="5257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4343400"/>
            <a:ext cx="118872" cy="118872"/>
          </a:xfrm>
          <a:prstGeom prst="ellipse">
            <a:avLst/>
          </a:prstGeom>
          <a:solidFill>
            <a:srgbClr val="1F6F6B"/>
          </a:solidFill>
          <a:ln w="12700">
            <a:solidFill>
              <a:srgbClr val="1F6F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422452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소유자·다중 에이전트에 적합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4681728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서버 하나를 HTTP로 띄워 여러 에이전트가 공유. 텔레메트리 없음, 질의 로그는 기본 비활성(옵트인).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2062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LIMITS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94944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전에 분명히 해둘 경계선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과대평가하면 위키가 아니라 신뢰가 먼저 망가진다 — 못 하는 것을 먼저 합의할 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2130552"/>
            <a:ext cx="384048" cy="384048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002536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문서·PDF·이미지는 여전히 LLM이 필요하다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554480" y="235000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코드만 무료·로컬이다. 문서 비중이 큰 코퍼스라면 토큰 비용과 추출 품질 편차를 파일럿에서 반드시 측정해야 한다.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953512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0120" y="3209544"/>
            <a:ext cx="384048" cy="384048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3081528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의미 기반 검색을 대체하지 않는다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554480" y="342900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임베딩이 없으므로 표현이 다른 동의어를 스스로 잇지 못한다. 업무용어–표준용어 매핑은 별도 수단이 필요하다.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4032504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4288536"/>
            <a:ext cx="384048" cy="384048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288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4160520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INFERRED는 검증 대상이다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554480" y="450799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태그가 붙는다는 것이 정확하다는 뜻은 아니다. 태그의 값은 '무엇을 검수해야 하는지 알려준다'는 데 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5111496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F5F6F8"/>
          </a:solidFill>
          <a:ln w="12700">
            <a:solidFill>
              <a:srgbClr val="F5F6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0120" y="5367528"/>
            <a:ext cx="384048" cy="384048"/>
          </a:xfrm>
          <a:prstGeom prst="ellipse">
            <a:avLst/>
          </a:prstGeom>
          <a:solidFill>
            <a:srgbClr val="E8562F"/>
          </a:solidFill>
          <a:ln w="12700">
            <a:solidFill>
              <a:srgbClr val="E856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5239512"/>
            <a:ext cx="9692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7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대규모 그래프는 운영 부담이 있다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54480" y="558698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5,000개를 넘으면 HTML 시각화가 무거워 --no-viz 운용이 필요하고, graph.json 크기 상한도 고려해야 한다.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400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93268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 안에 판단할 수 있는 도입 순서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도입을 먼저 결정하지 않는다. 각 단계마다 다음 단계로 갈지 말지를 수치로 판단한다.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3429000" cy="2377440"/>
          </a:xfrm>
          <a:prstGeom prst="roundRect">
            <a:avLst>
              <a:gd name="adj" fmla="val 2308"/>
            </a:avLst>
          </a:prstGeom>
          <a:solidFill>
            <a:srgbClr val="1E2229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774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1주차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05840" y="272491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저장소 1개 파일럿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36499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--code-only 로 API 호출 없이 그래프 생성. 판단 기준: 허브 노드가 실제 핵심 모듈과 일치하는가, 추천 질문이 쓸 만한가.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148840"/>
            <a:ext cx="3429000" cy="2377440"/>
          </a:xfrm>
          <a:prstGeom prst="roundRect">
            <a:avLst>
              <a:gd name="adj" fmla="val 2308"/>
            </a:avLst>
          </a:prstGeom>
          <a:solidFill>
            <a:srgbClr val="1E2229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3774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09160" y="272491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위키 초안 생성 · 검수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336499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--wiki 출력을 기존 wiki/ 와 나란히 두고 비교. 판단 기준: 생성된 문서 중 손대지 않고 쓸 수 있는 비율.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2148840"/>
            <a:ext cx="3429000" cy="2377440"/>
          </a:xfrm>
          <a:prstGeom prst="roundRect">
            <a:avLst>
              <a:gd name="adj" fmla="val 2308"/>
            </a:avLst>
          </a:prstGeom>
          <a:solidFill>
            <a:srgbClr val="1E2229"/>
          </a:solidFill>
          <a:ln w="12700">
            <a:solidFill>
              <a:srgbClr val="2E34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3774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856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3주차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0" y="272491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훅 · MCP · 그래프 연계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336499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커밋 훅으로 상시 갱신, MCP로 에이전트 연결, --neo4j 로 기존 그래프와 스키마 정합성 확인.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5074920"/>
            <a:ext cx="10817352" cy="0"/>
          </a:xfrm>
          <a:prstGeom prst="line">
            <a:avLst/>
          </a:prstGeom>
          <a:noFill/>
          <a:ln w="12700">
            <a:solidFill>
              <a:srgbClr val="2E34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285232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위키를 쓰는 일은 사람의 이해를 남기는 일이고, 위키를 유지하는 일은 기계의 몫이다.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" y="571500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graphify는 후자를 가져가고, 전자는 그대로 남겨 둔다.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" y="610819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github.com/Graphify-Labs/graphify · Apache-2.0 / MIT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llm-wiki x graphify</dc:title>
  <dc:subject>PptxGenJS Presentation</dc:subject>
  <dc:creator>graphify 소개</dc:creator>
  <cp:lastModifiedBy>graphify 소개</cp:lastModifiedBy>
  <cp:revision>1</cp:revision>
  <dcterms:created xsi:type="dcterms:W3CDTF">2026-08-10T13:26:33Z</dcterms:created>
  <dcterms:modified xsi:type="dcterms:W3CDTF">2026-08-10T13:26:33Z</dcterms:modified>
</cp:coreProperties>
</file>
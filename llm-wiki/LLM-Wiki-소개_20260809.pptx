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89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4월 Karpathy가 공개한 llm-wiki.md 아이디어 문서를 출발점으로, 국내 커뮤니티 논의와 실제 구현체까지 정리한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Ingest는 한 건씩 관여하며 처리할 수도, 일괄 처리할 수도 있음. Lint는 주기적으로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1744" y="151790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15984" y="1517904"/>
            <a:ext cx="365760" cy="141732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2157984"/>
            <a:ext cx="365760" cy="146304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15984" y="2935224"/>
            <a:ext cx="731520" cy="13258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747504" y="362102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47504" y="4261104"/>
            <a:ext cx="1554480" cy="68580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198864" y="4261104"/>
            <a:ext cx="548640" cy="10972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15984" y="2935224"/>
            <a:ext cx="182880" cy="242316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9448" y="14356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10611612" y="21076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5692" y="28849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7372" y="35707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41788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1692" y="489661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8572" y="53080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554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PATTERN · 2026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1920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직접 쓰고 관리하는</a:t>
            </a:r>
            <a:endParaRPr lang="en-US" sz="24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영속적 개인 지식 베이스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" y="4663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Andrej Karpathy의 llm-wiki.md 아이디어 문서와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커뮤니티(GeekNews · PyTorchKR · 위키독스) 논의 정리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9264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주목받는가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RAG로는 지식이 쌓이지 않는다는 문제 의식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67862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8758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778758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8758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아니라 컴파일 · 3계층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8252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8252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방식과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8252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 / Query / Lint 와 생태계 구현체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86850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7746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397746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97746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대화는 끝나고, 지식은 남지 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문서 활용 방식은 RAG입니다. 파일을 올리면 질문할 때마다 관련 청크를 찾아 답을 만듭니다.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동작은 하지만, LLM은 매 질문마다 지식을 처음부터 다시 발견합니다.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누적이 없다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72768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이전에 분석한 결과가 다음 질문에 쓰이지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68896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참조가 없다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68896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문서를 종합해야 하는 질문에 매번 조각을 다시 짜맞춘다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72768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모순을 모른다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72768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자료가 옛 주장을 뒤집어도 아무도 표시하지 않는다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 다시 쓴다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68896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용어, 보고서 형식, 금지 표현을 매 대화창마다 재설명한다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80644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결과적으로 좋은 답변이 일회성으로 끝납니다. NotebookLM, ChatGPT 파일 업로드, 대부분의 RAG 시스템이 이 구조입니다.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핵심 아이디어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검색(Retrieve)이 아니라 컴파일(Compile)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질의 시점에 원문을 뒤지는 대신, 구조화되고 서로 연결된 마크다운 위키를</a:t>
            </a:r>
            <a:endParaRPr lang="en-US" sz="15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점진적으로 만들고 계속 유지합니다. 지식은 한 번 컴파일되고, 이후에는 최신 상태로 관리됩니다.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PERSISTENT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영속성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87552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기록이 아니라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 남는다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4360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3544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COMPOUNDING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3544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 효과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33544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페이지를 갱신한다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0352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9536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NEAR-ZERO UPKEEP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79536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유지비 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479536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지겨워하지 않고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잊지 않는다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9848" y="6055361"/>
            <a:ext cx="10872216" cy="28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“Obsidian은 IDE, LLM은 프로그래머, 위키는 코드베이스다.”  — Andrej Karpathy</a:t>
            </a:r>
            <a:endParaRPr lang="en-US" sz="1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29E9EDA-845F-4D81-4B96-473B7824899D}"/>
              </a:ext>
            </a:extLst>
          </p:cNvPr>
          <p:cNvSpPr/>
          <p:nvPr/>
        </p:nvSpPr>
        <p:spPr>
          <a:xfrm>
            <a:off x="1069848" y="4846320"/>
            <a:ext cx="10049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“요즘 나는 코드보다 개인 지식 저장소를 만드는 데 토큰을 더 많이 쓰고 있다.”</a:t>
            </a:r>
            <a:endParaRPr lang="en-US" sz="18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19BB56B-09EE-5AB4-8F26-00FD978313B3}"/>
              </a:ext>
            </a:extLst>
          </p:cNvPr>
          <p:cNvSpPr/>
          <p:nvPr/>
        </p:nvSpPr>
        <p:spPr>
          <a:xfrm>
            <a:off x="1069848" y="5230368"/>
            <a:ext cx="10049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아니라 '패턴'이라는 점이 핵심입니다. 에이전트(Claude Code, Codex, OpenCode 등)에게 이 문서를 전달하면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각자의 도메인에 맞는 구현을 함께 만들어 가도록 설계되어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찾기 vs 미리 정리해 두기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892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E4E8F2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RAG · 파일 업로드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9516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86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축적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837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쿼리가 독립적 · 상태 없음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1461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지식 위에 새 지식이 쌓임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주체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수동으로 편집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461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요약 · 링크 · 인덱스 · 모순을 갱신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7490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방식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0837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원문에서 재검색 후 합성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1461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정리된 위키에서 즉시 합성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44805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시점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0837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(Query time)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1461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넣을 때 (Ingest time)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521208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2120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위험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0837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품질과 조각 선택에 의존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1461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컴파일된 내용이 그대로 누적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1722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대체 관계가 아니라 서로 다른 운영 패턴입니다. 한 번 답을 얻고 끝낼 일이면 RAG가 단순하고, 같은 맥락을 반복해서 쓰는 업무일수록 위키가 유리합니다.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개의 계층으로 나눈다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066544"/>
            <a:ext cx="457200" cy="457200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1865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627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8488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자료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47488" y="1883664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· 논문 · 회의록 · 이미지 · 데이터 파일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47488" y="2322576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불가(immutable). LLM은 읽기만 하고 절대 수정하지 않는 '진실의 원천'.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108960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547872"/>
            <a:ext cx="457200" cy="457200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18488" y="3346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8488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소유하는 위키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7488" y="3364992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엔티티 · 개념 · 비교 · 개요 · 합성 페이지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3803904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페이지를 만들고 갱신하며 교차 참조를 유지한다. 사람은 읽는다.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590288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5029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18488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/ AGENTS.md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18488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4846320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컨벤션 · 인제스트 / 질의 / 유지보수 워크플로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5285232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LLM을 일반 챗봇이 아닌 '체계적인 위키 관리자'로 만드는 핵심 설정 파일.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144768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원칙: 원천 자료와 위키 문서를 절대 섞지 않습니다. raw는 근거, wiki는 해석과 재구성입니다.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디렉터리는 이렇게 생겼다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                 원본 소스 (수정 금지)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assets/          로컬 저장 이미지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sources/         자료별 요약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entities/        인물·조직·제품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concepts/        문서를 가로지르는 합성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explorations/    저장한 질의 결과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index.md         전체 카탈로그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log.md           시간순 운영 기록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CLAUDE.md            스키마 / 작업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64808" y="160020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7416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 + git 그 자체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757416" y="220370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이력 · 브랜치 · 협업이 공짜로 따라온다. 특정 벤더에 종속되지 않는다.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64808" y="310896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[[위키링크]]로 연결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57416" y="37124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Obsidian에서 그대로 열리고, 그래프 뷰로 허브 페이지와 고아 페이지를 확인할 수 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64808" y="461772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4818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 프론트매터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57416" y="52212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· 태그 · 갱신일을 남기면 LLM이 전문을 읽지 않고도 관련성을 판단한다.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운영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작업만 기억하면 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17904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넣는다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원문을 raw/에 넣고 처리를 지시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페이지 작성 → 인덱스 갱신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엔티티·개념 페이지 동시 수정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 페이지에 영향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4360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5256" y="1920240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1525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3896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15256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위키에 묻는다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15256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인덱스를 먼저 읽고 관련 페이지 탐색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인용과 함께 답변을 합성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표·슬라이드(Marp)·차트로 출력 가능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새 페이지로 다시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0352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1248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6124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9888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61248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상태를 점검한다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1248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간 모순 탐지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자료로 대체된 낡은 주장 확인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인바운드 링크 없는 고아 페이지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채워야 할 데이터 공백 제안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내비게이션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없이도 굴러가는 두 개의 파일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index.md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중심 · 카탈로그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페이지를 링크 · 한 줄 요약 · 메타데이터와 함께 카탈로그화합니다. 인제스트할 때마다 갱신되고, 질의 시 LLM이 가장 먼저 읽는 진입점입니다.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6540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F7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log.md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06540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시간순 · 추가 전용 기록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06540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인제스트 · 질의 · 린트 내역을 순서대로 남깁니다. 접두사를 일정하게 쓰면 유닉스 도구만으로 최근 이력을 파싱할 수 있습니다.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0872216" cy="1097280"/>
          </a:xfrm>
          <a:prstGeom prst="roundRect">
            <a:avLst>
              <a:gd name="adj" fmla="val 6667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617720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[2026-04-02] ingest | Article Title      →      grep "^## \[" log.md | tail -5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2416" y="502920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일관된 접두사 하나가 로그를 파싱 가능한 데이터로 바꿉니다.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58064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100개 소스 · 수백 개 페이지 규모까지는 임베딩 기반 RAG 인프라 없이 인덱스 파일만으로 충분히 동작합니다. 그 이상에서는 qmd 같은 로컬 검색 엔진을 붙입니다.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역할 분담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묻고, LLM은 정리한다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자료를 고르고 큐레이션한다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질문을 던지고 분석 방향을 정한다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중요한지 판단하고 강조점을 지시한다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스키마(작업 규칙)를 LLM과 함께 다듬는다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8836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88836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읽고 핵심을 추출한다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교차 참조 · 파일 정리 · 기록 관리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데이터와 기존 주장의 모순을 표시한다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10~15개 파일을 일관되게 수정한다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608576"/>
            <a:ext cx="10872216" cy="1176272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687568"/>
            <a:ext cx="10104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베이스가 무너지는 지점은 읽기나 사고가 아니라 북키핑입니다. 사람이 위키를 포기하는 이유는 유지 비용이 가치보다 빨리 커지기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때문이고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지겨워하지 않고 교차 참조를 잊지 않기 때문에 그 비용을 거의 0으로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차별점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Karpathy가 정리한 네 가지 장점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93392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EXPLICIT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무엇을 알고 모르는지 위키 형태로 눈에 보인다. 불투명한 시스템 내부에 지식이 묻히지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6540" y="1993392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65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1756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1756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소유권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06540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AI 제공업체가 아니라 내 로컬 디스크에 저장된다. 추출 불가능한 형태로 잠기지 않는다.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4206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OVER APP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우선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7552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마크다운과 이미지 같은 범용 포맷이라 유닉스 툴킷 전체와 원하는 뷰어를 그대로 쓸 수 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7356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6540" y="4206240"/>
            <a:ext cx="402336" cy="402336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24" name="Text 22"/>
          <p:cNvSpPr/>
          <p:nvPr/>
        </p:nvSpPr>
        <p:spPr>
          <a:xfrm>
            <a:off x="660654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91756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BYOAI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1756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선택 자유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06540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Claude, Codex, OpenCode 등 원하는 모델을 붙인다. 위키로 소형 모델을 파인튜닝하는 것도 가능하다.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61447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“에이전트 활용 능력은 21세기의 핵심 스킬이다.”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활용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지식이 시간에 걸쳐 쌓이는 모든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90088" y="162763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건강 · 심리 · 자기개발 추적. 저널, 기사, 팟캐스트 노트를 모아 구조화된 자아 기록을 만든다.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963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90088" y="249631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주~수 개월에 걸쳐 논문과 보고서를 읽으며 진화하는 테제를 담은 위키를 쌓는다.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58368" y="336499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649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90088" y="336499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챕터를 넣을 때마다 인물 · 테마 · 플롯 페이지가 자라난다. 개인용 팬 위키에 가깝다.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58368" y="423367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3367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· 비즈니스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90088" y="423367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스레드, 회의 전사, 고객 통화를 먹여 LLM이 유지하는 내부 위키를 만든다.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58368" y="510235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023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90088" y="510235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분석, 실사(due diligence), 여행 계획, 강의 노트, 취미 심층 탐구.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58368" y="6089904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6089904"/>
            <a:ext cx="10177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실사례 — 일기 · Apple Notes · iMessage 2,500건을 넣어 백링크로 연결된 400개 위키 문서를 자동 생성한 'Farzapedia'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한계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오류와 사실 누락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컴파일하면 중요한 사실이 빠질 수 있다. 잘못 정리된 내용이 그대로 누적된다.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590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51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오류의 누적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51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대신 위키를 다시 읽는 구조라, 요약의 요약이 품질 저하로 이어진다는 지적(모델 붕괴 우려).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583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483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속도와 규모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정확도를 얻는 대신 속도를 포기하게 된다. 몇 달 굴리면 위키 규모가 급격히 불어난다.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590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4838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51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검색 취약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51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구현체는 CJK 형태소 토크나이저가 없어 BM25가 약하다. 임베딩 모델 교체나 별도 가드레일이 필요.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8368" y="4517136"/>
            <a:ext cx="108722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928616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754880"/>
            <a:ext cx="9665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정보와 검토 인력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138928"/>
            <a:ext cx="9665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· 계약 · 고객 원문은 그대로 넣지 않는다. 검토할 사람이 없으면 오류가 조용히 쌓인다.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완화책 — 출처 표기 의무화, 근거 없는 답변은 '위키에 확신 있는 답이 없다'고 말하게 하는 규칙, 작성자와 검수자 역할 분리, 주기적 Lint.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실행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시작하는 다섯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하나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전체 지식베이스가 아니라, 반복해서 배경을 다시 설명하던 업무 하나부터.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87675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3707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143707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43707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폴더와 스키마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43707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 / wiki / CLAUDE.md. 원본 수정 금지, 출처 필수, 미확인은 '확인 필요' 표시 같은 규칙을 적는다.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116982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3014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373014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3014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한 건씩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73014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Clipper로 마크다운 변환 → raw/에 저장 → 인제스트하며 요약을 직접 확인한다.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46290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2322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760232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02322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되먹이기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02322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대화창에 두지 말고 새 위키 페이지로 저장해 탐색 자체를 축적한다.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575597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1629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9831629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31629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주기적으로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린트하기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31629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 · 고아 페이지 · 낡은 주장 점검. 규모가 커지면 qmd 같은 검색 레이어를 추가한다.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58368" y="5989320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출발점은 작지만 반복되는 업무입니다 — 회의록 실행 항목 정리, 고객 문의 분류 기준, 주간 보고서 초안.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9888" y="1828800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Wiki는 제품이 아니라 패턴이다. 마크다운 파일 몇 개로 오늘 시작할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761488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'정리 시점'에 있다. 질문할 때 찾는 대신, 넣을 때 컴파일한다.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694176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3694176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raw는 근거, wiki는 재구성, 스키마는 규칙. 이 셋을 섞지 않는 것이 핵심 원칙이다.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26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4626864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복리로 쌓이는 만큼 오류도 복리로 쌓인다. 출처 표기와 주기적 검증이 전제 조건이다.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553212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5532120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Vannevar Bush의 Memex(1945)가 풀지 못한 문제는 “누가 유지 관리하는가”였습니다. 이제 그 자리를 LLM이 맡습니다.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1661</Words>
  <Application>Microsoft Macintosh PowerPoint</Application>
  <PresentationFormat>와이드스크린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Wiki: LLM이 직접 관리하는 개인 지식 베이스</dc:title>
  <dc:subject>PptxGenJS Presentation</dc:subject>
  <dc:creator>LLM Wiki 스터디</dc:creator>
  <cp:lastModifiedBy>승하 이</cp:lastModifiedBy>
  <cp:revision>2</cp:revision>
  <dcterms:created xsi:type="dcterms:W3CDTF">2026-08-09T02:07:22Z</dcterms:created>
  <dcterms:modified xsi:type="dcterms:W3CDTF">2026-08-09T06:26:56Z</dcterms:modified>
</cp:coreProperties>
</file>